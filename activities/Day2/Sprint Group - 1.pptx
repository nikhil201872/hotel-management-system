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5FAA784-8E0B-4838-BEAE-B643800FEAFB}">
          <p14:sldIdLst>
            <p14:sldId id="256"/>
            <p14:sldId id="258"/>
            <p14:sldId id="257"/>
            <p14:sldId id="260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77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4555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78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632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665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917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576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606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75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180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8278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1686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01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032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1180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910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79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779CF7F-E1FD-49BE-B249-3C672785AA85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B37D9C4-24A0-412B-B59B-A6907A66F9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6117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8D8FF-20F3-4D72-1461-2D45F2BB2C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Sprint Group - 1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1B4BE-BF47-70E6-A5A2-AA066AF983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HOTEL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712947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1E924-8B54-6145-FF09-1B0F5567A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Team Domain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B8116-A448-54B0-4FBE-143E9A3D0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Animesh </a:t>
            </a:r>
            <a:r>
              <a:rPr lang="en-IN" b="1" dirty="0" err="1"/>
              <a:t>Palui</a:t>
            </a:r>
            <a:r>
              <a:rPr lang="en-IN" b="1" dirty="0"/>
              <a:t> (Architecture):</a:t>
            </a:r>
            <a:r>
              <a:rPr lang="en-IN" dirty="0"/>
              <a:t> GitHub repo setup, Base Routing, Dashboard construction, and Final Branch Integration.</a:t>
            </a:r>
          </a:p>
          <a:p>
            <a:r>
              <a:rPr lang="en-IN" b="1" dirty="0"/>
              <a:t>Ipsita Lenka(Hotels &amp; Amenities):</a:t>
            </a:r>
            <a:r>
              <a:rPr lang="en-IN" dirty="0"/>
              <a:t> Requirement analysis, Hotel/Amenity UI, CRUD + JSON connection, UI validation, and search.</a:t>
            </a:r>
          </a:p>
          <a:p>
            <a:r>
              <a:rPr lang="en-IN" b="1" dirty="0"/>
              <a:t>Nikhil Sharma(Rooms &amp; Types):</a:t>
            </a:r>
            <a:r>
              <a:rPr lang="en-IN" dirty="0"/>
              <a:t> Requirement analysis, Room UI, CRUD + JSON connection, and dynamic availability badges.</a:t>
            </a:r>
          </a:p>
          <a:p>
            <a:r>
              <a:rPr lang="en-IN" b="1" dirty="0"/>
              <a:t>Satayu Nanda(Reservations):</a:t>
            </a:r>
            <a:r>
              <a:rPr lang="en-IN" dirty="0"/>
              <a:t> Requirement analysis, Reservation UI, CRUD + JSON connection, form refinement, and filters.</a:t>
            </a:r>
          </a:p>
          <a:p>
            <a:r>
              <a:rPr lang="en-IN" b="1" dirty="0"/>
              <a:t>Akshay Raj Saxena (Payments &amp; Reviews):</a:t>
            </a:r>
            <a:r>
              <a:rPr lang="en-IN" dirty="0"/>
              <a:t> Requirement analysis, Payment/Review UI, CRUD + JSON connection, status tracking, and rating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6173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07E9F-A254-B9EF-CD16-DC958AD0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Core Application Stories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6BF6B-652D-37FA-B7B1-44F0E655E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800" b="1" dirty="0"/>
              <a:t>Inventory:</a:t>
            </a:r>
            <a:r>
              <a:rPr lang="en-IN" sz="2800" dirty="0"/>
              <a:t> Display Hotels and Show Room Availability dynamically based on current data.</a:t>
            </a:r>
          </a:p>
          <a:p>
            <a:r>
              <a:rPr lang="en-IN" sz="2800" b="1" dirty="0"/>
              <a:t>Booking Engine:</a:t>
            </a:r>
            <a:r>
              <a:rPr lang="en-IN" sz="2800" dirty="0"/>
              <a:t> Store Reservation Details securely via user-friendly forms.</a:t>
            </a:r>
          </a:p>
          <a:p>
            <a:r>
              <a:rPr lang="en-IN" sz="2800" b="1" dirty="0"/>
              <a:t>Transactions:</a:t>
            </a:r>
            <a:r>
              <a:rPr lang="en-IN" sz="2800" dirty="0"/>
              <a:t> Store Payments and track payment statuses.</a:t>
            </a:r>
          </a:p>
          <a:p>
            <a:r>
              <a:rPr lang="en-IN" sz="2800" b="1" dirty="0"/>
              <a:t>Customer Insights:</a:t>
            </a:r>
            <a:r>
              <a:rPr lang="en-IN" sz="2800" dirty="0"/>
              <a:t> Display guest Reviews and ratings.</a:t>
            </a:r>
          </a:p>
          <a:p>
            <a:r>
              <a:rPr lang="en-IN" sz="2800" b="1" dirty="0"/>
              <a:t>Analytics:</a:t>
            </a:r>
            <a:r>
              <a:rPr lang="en-IN" sz="2800" dirty="0"/>
              <a:t> Show Dashboard Statistics for comprehensive administrative oversight.</a:t>
            </a:r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857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A9F7D-B1E3-59B8-5C97-E6BB7875F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React Data Flow &amp; Project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BA5E7-9696-8C68-558B-F1B0C4B03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768" y="1678020"/>
            <a:ext cx="11141831" cy="4962265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Modular Project Structure:</a:t>
            </a:r>
            <a:endParaRPr lang="en-IN" dirty="0"/>
          </a:p>
          <a:p>
            <a:r>
              <a:rPr lang="en-IN" dirty="0"/>
              <a:t>The project is organized into distinct layers (components/ for reusable UI, pages/ for smart route views, services/ for API calls, and store/ for state).</a:t>
            </a:r>
          </a:p>
          <a:p>
            <a:r>
              <a:rPr lang="en-IN" b="1" dirty="0"/>
              <a:t>Component-Level Data Flow:</a:t>
            </a:r>
            <a:endParaRPr lang="en-IN" dirty="0"/>
          </a:p>
          <a:p>
            <a:r>
              <a:rPr lang="en-IN" b="1" dirty="0"/>
              <a:t>Local State:</a:t>
            </a:r>
            <a:r>
              <a:rPr lang="en-IN" dirty="0"/>
              <a:t> We utilize React hooks (</a:t>
            </a:r>
            <a:r>
              <a:rPr lang="en-IN" dirty="0" err="1"/>
              <a:t>useState</a:t>
            </a:r>
            <a:r>
              <a:rPr lang="en-IN" dirty="0"/>
              <a:t>, </a:t>
            </a:r>
            <a:r>
              <a:rPr lang="en-IN" dirty="0" err="1"/>
              <a:t>useEffect</a:t>
            </a:r>
            <a:r>
              <a:rPr lang="en-IN" dirty="0"/>
              <a:t>) within individual pages (e.g., the Reservation form) to manage real-time user inputs and UI interactions.</a:t>
            </a:r>
          </a:p>
          <a:p>
            <a:r>
              <a:rPr lang="en-IN" b="1" dirty="0"/>
              <a:t>Global State:</a:t>
            </a:r>
            <a:r>
              <a:rPr lang="en-IN" dirty="0"/>
              <a:t> A centralized state manager (Context API / </a:t>
            </a:r>
            <a:r>
              <a:rPr lang="en-IN" dirty="0" err="1"/>
              <a:t>Zustand</a:t>
            </a:r>
            <a:r>
              <a:rPr lang="en-IN" dirty="0"/>
              <a:t>) acts as the single source of truth for global data like authenticated user sessions and selected hotel context.</a:t>
            </a:r>
          </a:p>
          <a:p>
            <a:r>
              <a:rPr lang="en-IN" b="1" dirty="0"/>
              <a:t>API Integration Layer:</a:t>
            </a:r>
            <a:endParaRPr lang="en-IN" dirty="0"/>
          </a:p>
          <a:p>
            <a:r>
              <a:rPr lang="en-IN" dirty="0"/>
              <a:t>All backend communication is abstracted into the services/ directory.</a:t>
            </a:r>
          </a:p>
          <a:p>
            <a:r>
              <a:rPr lang="en-IN" dirty="0"/>
              <a:t>UI components do not fetch data directly; instead, they call reusable service functions that map to our standardized endpoints (e.g., /</a:t>
            </a:r>
            <a:r>
              <a:rPr lang="en-IN" dirty="0" err="1"/>
              <a:t>api</a:t>
            </a:r>
            <a:r>
              <a:rPr lang="en-IN" dirty="0"/>
              <a:t>/reservation/post, /</a:t>
            </a:r>
            <a:r>
              <a:rPr lang="en-IN" dirty="0" err="1"/>
              <a:t>api</a:t>
            </a:r>
            <a:r>
              <a:rPr lang="en-IN" dirty="0"/>
              <a:t>/hotels/all).</a:t>
            </a:r>
          </a:p>
          <a:p>
            <a:r>
              <a:rPr lang="en-IN" b="1" dirty="0"/>
              <a:t>End-to-End Execution Cycle:</a:t>
            </a:r>
            <a:endParaRPr lang="en-IN" dirty="0"/>
          </a:p>
          <a:p>
            <a:r>
              <a:rPr lang="en-IN" dirty="0"/>
              <a:t>User interacts with UI ➔ Component triggers a Service method ➔ Service makes an asynchronous API call (handling standard HTTP 200-500 status codes) ➔ Global/Local State updates upon success ➔ React dynamically re-renders the DOM to reflect the new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155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B4B64-6911-4377-DD26-64F1F7A8A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Day 2 Achievements: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C8ED6-D223-9515-2E42-8C7427D29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Reservation UI:</a:t>
            </a:r>
            <a:r>
              <a:rPr lang="en-IN" dirty="0"/>
              <a:t> Successfully created the complete front-end interfaces for the Reservation and booking flows.</a:t>
            </a:r>
          </a:p>
          <a:p>
            <a:r>
              <a:rPr lang="en-IN" b="1" dirty="0"/>
              <a:t>Finance UI:</a:t>
            </a:r>
            <a:r>
              <a:rPr lang="en-IN" dirty="0"/>
              <a:t> Designed and finalized the User Interface for Payment tracking and processing pages.</a:t>
            </a:r>
          </a:p>
          <a:p>
            <a:r>
              <a:rPr lang="en-IN" b="1" dirty="0"/>
              <a:t>Feedback UI:</a:t>
            </a:r>
            <a:r>
              <a:rPr lang="en-IN" dirty="0"/>
              <a:t> Completed the visual layout and components for the guest Review and rating system.</a:t>
            </a:r>
          </a:p>
          <a:p>
            <a:r>
              <a:rPr lang="en-IN" dirty="0"/>
              <a:t>Room UI:</a:t>
            </a:r>
          </a:p>
          <a:p>
            <a:r>
              <a:rPr lang="en-IN" dirty="0"/>
              <a:t>Landing Page and </a:t>
            </a:r>
            <a:r>
              <a:rPr lang="en-IN"/>
              <a:t>User Dashboard.</a:t>
            </a:r>
            <a:endParaRPr lang="en-IN" dirty="0"/>
          </a:p>
          <a:p>
            <a:r>
              <a:rPr lang="en-IN" b="1" dirty="0"/>
              <a:t>Next Steps:</a:t>
            </a:r>
            <a:r>
              <a:rPr lang="en-IN" dirty="0"/>
              <a:t> With all visual components fully built as planned, the team is positioned to begin Day 3's JSON database connections and CRUD operations.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1023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30</TotalTime>
  <Words>491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Calisto MT</vt:lpstr>
      <vt:lpstr>Wingdings 2</vt:lpstr>
      <vt:lpstr>Slate</vt:lpstr>
      <vt:lpstr>Sprint Group - 1</vt:lpstr>
      <vt:lpstr>Team Domain Assignments</vt:lpstr>
      <vt:lpstr>Core Application Stories</vt:lpstr>
      <vt:lpstr>React Data Flow &amp; Project Architecture</vt:lpstr>
      <vt:lpstr>Day 2 Achievements: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Satayu Nanda</dc:creator>
  <cp:lastModifiedBy>Satayu Nanda</cp:lastModifiedBy>
  <cp:revision>3</cp:revision>
  <dcterms:created xsi:type="dcterms:W3CDTF">2026-07-01T18:04:58Z</dcterms:created>
  <dcterms:modified xsi:type="dcterms:W3CDTF">2026-07-02T04:27:29Z</dcterms:modified>
</cp:coreProperties>
</file>